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70" r:id="rId3"/>
    <p:sldId id="269" r:id="rId4"/>
    <p:sldId id="276" r:id="rId5"/>
    <p:sldId id="260" r:id="rId6"/>
    <p:sldId id="274" r:id="rId7"/>
    <p:sldId id="258" r:id="rId8"/>
    <p:sldId id="267" r:id="rId9"/>
    <p:sldId id="268" r:id="rId10"/>
    <p:sldId id="273" r:id="rId11"/>
    <p:sldId id="261" r:id="rId12"/>
    <p:sldId id="271" r:id="rId13"/>
    <p:sldId id="272" r:id="rId14"/>
    <p:sldId id="275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39129-C369-4146-8417-B09DE299E39D}" v="3" dt="2025-05-27T11:42:04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4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15DD1-3D14-4D89-819D-D1A34A307C92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53A6-85F6-48F2-9CDD-B38AA712F57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8415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C53A6-85F6-48F2-9CDD-B38AA712F578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3505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8411-F1DA-04C3-C5A4-602619FD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B2E5EE-0E8D-9B55-1555-3A792DCF7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8FDDE8B-87F4-0FC0-49A2-C05ACF640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AD1C29-4E2E-BE57-91D7-BE1A4B905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C53A6-85F6-48F2-9CDD-B38AA712F578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65870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C53A6-85F6-48F2-9CDD-B38AA712F578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377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1605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7848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911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066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037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964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46379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553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8343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456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95357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5003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8193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9981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69817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8478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18821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247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B0B84-87F2-401B-89B2-EBFB181D523F}" type="datetimeFigureOut">
              <a:rPr lang="de-AT" smtClean="0"/>
              <a:t>23.06.2026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BA70F-7E45-43DE-8846-B8C7A282B5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2110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7E767-DDF3-42FE-536C-FCD803EBF0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Lernix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2A9F895-FC4C-9C19-A2E4-F409AB53C1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/>
              <a:t>C# Projekt</a:t>
            </a:r>
          </a:p>
          <a:p>
            <a:r>
              <a:rPr lang="de-AT" sz="1800"/>
              <a:t>Von Matteo und Andrej</a:t>
            </a:r>
            <a:endParaRPr lang="de-AT" sz="18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93744D4-1034-6B27-7381-F4601D11B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155" y="2583738"/>
            <a:ext cx="1690523" cy="169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4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56FFF-C1B3-3110-A146-845BF11E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573BAE-16D2-5218-BC34-08E87210D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92527"/>
          </a:xfrm>
        </p:spPr>
        <p:txBody>
          <a:bodyPr>
            <a:normAutofit fontScale="85000" lnSpcReduction="20000"/>
          </a:bodyPr>
          <a:lstStyle/>
          <a:p>
            <a:r>
              <a:rPr lang="de-AT" dirty="0"/>
              <a:t>Idee</a:t>
            </a:r>
          </a:p>
          <a:p>
            <a:r>
              <a:rPr lang="de-AT" dirty="0"/>
              <a:t>Constribution</a:t>
            </a:r>
          </a:p>
          <a:p>
            <a:r>
              <a:rPr lang="de-AT" dirty="0"/>
              <a:t>Login</a:t>
            </a:r>
          </a:p>
          <a:p>
            <a:r>
              <a:rPr lang="de-AT" dirty="0"/>
              <a:t>Homepage</a:t>
            </a:r>
          </a:p>
          <a:p>
            <a:r>
              <a:rPr lang="de-AT" dirty="0"/>
              <a:t>Quiz</a:t>
            </a:r>
          </a:p>
          <a:p>
            <a:r>
              <a:rPr lang="de-AT" dirty="0"/>
              <a:t>Checker</a:t>
            </a:r>
          </a:p>
          <a:p>
            <a:r>
              <a:rPr lang="de-AT" dirty="0"/>
              <a:t>Shop</a:t>
            </a:r>
          </a:p>
          <a:p>
            <a:r>
              <a:rPr lang="de-AT" dirty="0"/>
              <a:t>Achievements</a:t>
            </a:r>
          </a:p>
          <a:p>
            <a:r>
              <a:rPr lang="de-AT" dirty="0"/>
              <a:t>Must haves</a:t>
            </a:r>
          </a:p>
          <a:p>
            <a:r>
              <a:rPr lang="de-AT" dirty="0"/>
              <a:t>Bugs / Probleme</a:t>
            </a:r>
          </a:p>
          <a:p>
            <a:r>
              <a:rPr lang="de-AT" dirty="0"/>
              <a:t>Demo</a:t>
            </a:r>
          </a:p>
          <a:p>
            <a:r>
              <a:rPr lang="de-AT" dirty="0"/>
              <a:t>Extra Zeit</a:t>
            </a:r>
          </a:p>
          <a:p>
            <a:endParaRPr lang="de-AT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93744D4-1034-6B27-7381-F4601D11B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60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43FF4-AF9D-9ED1-AF98-6B2C2C58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5400" dirty="0"/>
              <a:t>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B8DAEB-38E1-CD8F-9087-E2FBF2059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414015"/>
            <a:ext cx="9613861" cy="3522173"/>
          </a:xfrm>
        </p:spPr>
        <p:txBody>
          <a:bodyPr/>
          <a:lstStyle/>
          <a:p>
            <a:r>
              <a:rPr lang="de-AT" dirty="0"/>
              <a:t>Lern App</a:t>
            </a:r>
          </a:p>
          <a:p>
            <a:r>
              <a:rPr lang="de-AT" dirty="0"/>
              <a:t>Quizes</a:t>
            </a:r>
          </a:p>
          <a:p>
            <a:r>
              <a:rPr lang="de-AT" dirty="0"/>
              <a:t>Belohnungen</a:t>
            </a:r>
          </a:p>
          <a:p>
            <a:r>
              <a:rPr lang="de-AT" dirty="0"/>
              <a:t>Interaktiv</a:t>
            </a:r>
          </a:p>
          <a:p>
            <a:pPr marL="0" indent="0">
              <a:buNone/>
            </a:pP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2FD97EE-8900-FAAF-F8CF-66940E2B5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50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9321-9E37-8156-8363-E017A9AD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AC5C5-4991-D769-BB05-703A89B1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5400"/>
              <a:t>Constribution</a:t>
            </a:r>
            <a:endParaRPr lang="de-AT" sz="5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D5F9EC-95F4-846A-7414-5BEE3468D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414015"/>
            <a:ext cx="9613861" cy="3522173"/>
          </a:xfrm>
        </p:spPr>
        <p:txBody>
          <a:bodyPr/>
          <a:lstStyle/>
          <a:p>
            <a:r>
              <a:rPr lang="de-AT" dirty="0"/>
              <a:t>Matteo: 68 </a:t>
            </a:r>
            <a:r>
              <a:rPr lang="de-AT" dirty="0" err="1"/>
              <a:t>Commits</a:t>
            </a:r>
            <a:endParaRPr lang="de-AT" dirty="0"/>
          </a:p>
          <a:p>
            <a:r>
              <a:rPr lang="de-AT" dirty="0"/>
              <a:t>Andrej: 42 </a:t>
            </a:r>
            <a:r>
              <a:rPr lang="de-AT" dirty="0" err="1"/>
              <a:t>Commits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4D60D32-2DD8-D79F-4B32-D930DE364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E0088A5-4FD7-8F95-472C-2D5844454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84677"/>
            <a:ext cx="5832762" cy="248864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37B50E3-7798-C5B4-98F2-6FACD5884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1" y="4777231"/>
            <a:ext cx="4054191" cy="192802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92133B5-304D-D22B-41A8-F7AA97F33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12" y="4746748"/>
            <a:ext cx="4061812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54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4D7FAFD1-FB06-E61F-0F7C-94027AAEC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788" y="2791460"/>
            <a:ext cx="3604572" cy="37036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764F7D0-FA4A-AC79-FFB8-C62A69D5F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906" y="2200562"/>
            <a:ext cx="2911092" cy="153175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7669BC-8D8F-B037-8771-3230701E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749132"/>
            <a:ext cx="5683601" cy="1080938"/>
          </a:xfrm>
        </p:spPr>
        <p:txBody>
          <a:bodyPr>
            <a:normAutofit/>
          </a:bodyPr>
          <a:lstStyle/>
          <a:p>
            <a:r>
              <a:rPr lang="de-AT" sz="4800" dirty="0"/>
              <a:t>Login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6EE00C-950E-FBEC-00CC-A66C5E6C9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816" y="2035245"/>
            <a:ext cx="4698358" cy="3599316"/>
          </a:xfrm>
        </p:spPr>
        <p:txBody>
          <a:bodyPr>
            <a:normAutofit/>
          </a:bodyPr>
          <a:lstStyle/>
          <a:p>
            <a:r>
              <a:rPr lang="de-AT" dirty="0"/>
              <a:t>Login</a:t>
            </a:r>
            <a:r>
              <a:rPr lang="de-AT" sz="2400" dirty="0"/>
              <a:t>:</a:t>
            </a:r>
          </a:p>
          <a:p>
            <a:pPr lvl="1"/>
            <a:r>
              <a:rPr lang="de-AT" sz="1800" dirty="0"/>
              <a:t>Anmelden</a:t>
            </a:r>
          </a:p>
          <a:p>
            <a:pPr lvl="1"/>
            <a:r>
              <a:rPr lang="de-AT" sz="1800" dirty="0"/>
              <a:t>Neuer User</a:t>
            </a:r>
          </a:p>
          <a:p>
            <a:pPr lvl="1"/>
            <a:r>
              <a:rPr lang="de-AT" sz="1800" dirty="0"/>
              <a:t>Passwort vergessen</a:t>
            </a:r>
          </a:p>
          <a:p>
            <a:pPr lvl="1"/>
            <a:r>
              <a:rPr lang="de-AT" sz="1800" dirty="0" err="1"/>
              <a:t>Supabase</a:t>
            </a:r>
            <a:endParaRPr lang="de-AT" sz="1800" dirty="0"/>
          </a:p>
          <a:p>
            <a:pPr lvl="1"/>
            <a:r>
              <a:rPr lang="de-AT" sz="1800" dirty="0" err="1"/>
              <a:t>E-mail</a:t>
            </a:r>
            <a:endParaRPr lang="de-AT" sz="1800" dirty="0"/>
          </a:p>
          <a:p>
            <a:pPr marL="0" indent="0">
              <a:buNone/>
            </a:pPr>
            <a:endParaRPr lang="de-AT" sz="20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105835-5DA9-7118-8861-4A03831420C1}"/>
              </a:ext>
            </a:extLst>
          </p:cNvPr>
          <p:cNvCxnSpPr>
            <a:cxnSpLocks/>
          </p:cNvCxnSpPr>
          <p:nvPr/>
        </p:nvCxnSpPr>
        <p:spPr>
          <a:xfrm>
            <a:off x="4044390" y="3606303"/>
            <a:ext cx="3136392" cy="8376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E3FCE987-A381-4B25-3B51-DBF2F707A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4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34B17-C779-FE50-F801-C22CE2DE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6DF3F7E-356A-37BF-9184-C9E052626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291203"/>
            <a:ext cx="7303999" cy="409130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D5FF23-B986-46E5-1847-F8F952E6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749132"/>
            <a:ext cx="5683601" cy="1080938"/>
          </a:xfrm>
        </p:spPr>
        <p:txBody>
          <a:bodyPr>
            <a:normAutofit/>
          </a:bodyPr>
          <a:lstStyle/>
          <a:p>
            <a:r>
              <a:rPr lang="de-AT" sz="4800" dirty="0"/>
              <a:t>Homepage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8B5EEE-25C4-E73B-89D5-DBBAA88EA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816" y="2035245"/>
            <a:ext cx="4698358" cy="3599316"/>
          </a:xfrm>
        </p:spPr>
        <p:txBody>
          <a:bodyPr>
            <a:normAutofit/>
          </a:bodyPr>
          <a:lstStyle/>
          <a:p>
            <a:r>
              <a:rPr lang="de-AT" dirty="0"/>
              <a:t>Homepage</a:t>
            </a:r>
            <a:r>
              <a:rPr lang="de-AT" sz="2400" dirty="0"/>
              <a:t>:</a:t>
            </a:r>
          </a:p>
          <a:p>
            <a:pPr lvl="1"/>
            <a:r>
              <a:rPr lang="de-AT" sz="1800" dirty="0"/>
              <a:t>6 Buttons</a:t>
            </a:r>
          </a:p>
          <a:p>
            <a:pPr lvl="2"/>
            <a:r>
              <a:rPr lang="de-AT" dirty="0"/>
              <a:t>Quiz</a:t>
            </a:r>
          </a:p>
          <a:p>
            <a:pPr lvl="2"/>
            <a:r>
              <a:rPr lang="de-AT" dirty="0"/>
              <a:t>Checker</a:t>
            </a:r>
          </a:p>
          <a:p>
            <a:pPr lvl="2"/>
            <a:r>
              <a:rPr lang="de-AT" dirty="0"/>
              <a:t>Shop</a:t>
            </a:r>
          </a:p>
          <a:p>
            <a:pPr lvl="2"/>
            <a:r>
              <a:rPr lang="de-AT" dirty="0"/>
              <a:t>Achievements</a:t>
            </a:r>
          </a:p>
          <a:p>
            <a:pPr lvl="2"/>
            <a:r>
              <a:rPr lang="de-AT" dirty="0"/>
              <a:t>AI</a:t>
            </a:r>
          </a:p>
          <a:p>
            <a:pPr lvl="2"/>
            <a:r>
              <a:rPr lang="de-AT" dirty="0"/>
              <a:t>Exit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651E43B-90BC-FC15-1DE7-46627844D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02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FBB57E-5BEF-CA7A-6BD7-6A749FCD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57" y="725796"/>
            <a:ext cx="9613861" cy="1080938"/>
          </a:xfrm>
        </p:spPr>
        <p:txBody>
          <a:bodyPr>
            <a:normAutofit/>
          </a:bodyPr>
          <a:lstStyle/>
          <a:p>
            <a:r>
              <a:rPr lang="de-AT" sz="5400" dirty="0"/>
              <a:t>Quiz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ACAA1B-339F-44D5-6F57-2CF076A81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829" y="2336873"/>
            <a:ext cx="4698358" cy="3599316"/>
          </a:xfrm>
        </p:spPr>
        <p:txBody>
          <a:bodyPr/>
          <a:lstStyle/>
          <a:p>
            <a:r>
              <a:rPr lang="de-AT" dirty="0"/>
              <a:t>Inhalt:</a:t>
            </a:r>
          </a:p>
          <a:p>
            <a:pPr lvl="1"/>
            <a:r>
              <a:rPr lang="de-AT" sz="1800" dirty="0"/>
              <a:t>5 Quizes</a:t>
            </a:r>
          </a:p>
          <a:p>
            <a:pPr lvl="1"/>
            <a:r>
              <a:rPr lang="de-AT" sz="1800" dirty="0"/>
              <a:t>Verschiedene Fächer</a:t>
            </a:r>
          </a:p>
          <a:p>
            <a:pPr marL="457200" lvl="1" indent="0">
              <a:buNone/>
            </a:pPr>
            <a:endParaRPr lang="de-AT" sz="1800" dirty="0"/>
          </a:p>
          <a:p>
            <a:r>
              <a:rPr lang="de-AT" dirty="0"/>
              <a:t>Quiz:</a:t>
            </a:r>
          </a:p>
          <a:p>
            <a:pPr lvl="1"/>
            <a:r>
              <a:rPr lang="de-AT" sz="1800" dirty="0"/>
              <a:t>20 Fragen</a:t>
            </a:r>
          </a:p>
          <a:p>
            <a:pPr lvl="1"/>
            <a:r>
              <a:rPr lang="de-AT" sz="1800" dirty="0"/>
              <a:t>Multiple Choice</a:t>
            </a:r>
          </a:p>
          <a:p>
            <a:pPr lvl="1"/>
            <a:r>
              <a:rPr lang="de-AT" sz="1800" dirty="0"/>
              <a:t>Ja / Nein</a:t>
            </a:r>
          </a:p>
          <a:p>
            <a:pPr lvl="1"/>
            <a:r>
              <a:rPr lang="de-AT" sz="1800" dirty="0"/>
              <a:t>Schreibfragen</a:t>
            </a:r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0D1BEA-8059-E581-C409-B59B83E16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155" y="2091436"/>
            <a:ext cx="4180765" cy="24605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DAC4B4-4FC7-28C0-E3B0-AA974FC38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187" y="5194044"/>
            <a:ext cx="5047700" cy="14842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795CC36-91CF-D7DF-FA04-544C0609F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27" y="4087950"/>
            <a:ext cx="3721119" cy="94490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E9CD566-88D8-4D0F-5AD4-4E968D362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822" y="2293084"/>
            <a:ext cx="3806591" cy="1308516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B4994E2-B693-DC16-D0CF-0F98DEA1A7B8}"/>
              </a:ext>
            </a:extLst>
          </p:cNvPr>
          <p:cNvCxnSpPr>
            <a:cxnSpLocks/>
          </p:cNvCxnSpPr>
          <p:nvPr/>
        </p:nvCxnSpPr>
        <p:spPr>
          <a:xfrm>
            <a:off x="4608576" y="3429000"/>
            <a:ext cx="1234440" cy="19019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5AB4FE6-31B5-A443-4764-1FFBE855196F}"/>
              </a:ext>
            </a:extLst>
          </p:cNvPr>
          <p:cNvCxnSpPr>
            <a:cxnSpLocks/>
          </p:cNvCxnSpPr>
          <p:nvPr/>
        </p:nvCxnSpPr>
        <p:spPr>
          <a:xfrm>
            <a:off x="4864608" y="3429000"/>
            <a:ext cx="3108960" cy="8869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F253D7D1-42A3-6B20-C34B-8DB509F0554D}"/>
              </a:ext>
            </a:extLst>
          </p:cNvPr>
          <p:cNvCxnSpPr>
            <a:cxnSpLocks/>
          </p:cNvCxnSpPr>
          <p:nvPr/>
        </p:nvCxnSpPr>
        <p:spPr>
          <a:xfrm flipV="1">
            <a:off x="4864608" y="2834640"/>
            <a:ext cx="3014214" cy="2468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7C38FAA3-1EDF-D3B4-BC48-C68B990488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13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26284-E98E-CA68-95B5-501AC9E6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175A0D-21AF-E8F2-6F13-8E830ACA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5400" dirty="0"/>
              <a:t>Fortschritt Checker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678876-EE8B-5F2A-0683-B5285782E4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AT" dirty="0"/>
              <a:t>Checker:</a:t>
            </a:r>
          </a:p>
          <a:p>
            <a:pPr marL="742950" lvl="1" indent="-285750"/>
            <a:r>
              <a:rPr lang="de-AT" dirty="0"/>
              <a:t>5 Prozent leisten</a:t>
            </a:r>
          </a:p>
          <a:p>
            <a:pPr marL="742950" lvl="1" indent="-285750"/>
            <a:r>
              <a:rPr lang="de-AT" dirty="0"/>
              <a:t>% für jeden Quiz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63A335-7DF6-8DE5-B22B-A0E64CF5A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887" y="2628392"/>
            <a:ext cx="48251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AT" sz="1800" dirty="0"/>
              <a:t>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22B081C-1345-1D7B-B4B9-38322EFF4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829" y="2189243"/>
            <a:ext cx="5718851" cy="449512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F238F3B-456F-ACC7-9CEC-1433DAD6C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8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3A067-EA73-C97B-0427-710A2D06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C57069-1AA8-0481-D00F-FD473DD24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521" y="2205727"/>
            <a:ext cx="6695304" cy="40179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8726CE-527F-0A9C-75AD-64F20078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71" y="723473"/>
            <a:ext cx="4101991" cy="1080938"/>
          </a:xfrm>
        </p:spPr>
        <p:txBody>
          <a:bodyPr>
            <a:noAutofit/>
          </a:bodyPr>
          <a:lstStyle/>
          <a:p>
            <a:r>
              <a:rPr lang="de-AT" sz="5400" dirty="0"/>
              <a:t>Shop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5891DEB-AFCD-D776-35A5-DBBBA018F153}"/>
              </a:ext>
            </a:extLst>
          </p:cNvPr>
          <p:cNvCxnSpPr>
            <a:cxnSpLocks/>
          </p:cNvCxnSpPr>
          <p:nvPr/>
        </p:nvCxnSpPr>
        <p:spPr>
          <a:xfrm flipV="1">
            <a:off x="3072384" y="3739896"/>
            <a:ext cx="2093976" cy="474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A58E9C1-67E4-C4AD-036F-2596B29B3857}"/>
              </a:ext>
            </a:extLst>
          </p:cNvPr>
          <p:cNvCxnSpPr>
            <a:cxnSpLocks/>
          </p:cNvCxnSpPr>
          <p:nvPr/>
        </p:nvCxnSpPr>
        <p:spPr>
          <a:xfrm flipV="1">
            <a:off x="3200400" y="2648200"/>
            <a:ext cx="6865304" cy="21123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4EA75CC-F83D-28FC-3CAB-3A517C77EC07}"/>
              </a:ext>
            </a:extLst>
          </p:cNvPr>
          <p:cNvCxnSpPr>
            <a:cxnSpLocks/>
          </p:cNvCxnSpPr>
          <p:nvPr/>
        </p:nvCxnSpPr>
        <p:spPr>
          <a:xfrm>
            <a:off x="3484566" y="4608576"/>
            <a:ext cx="1681794" cy="8595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66A4A2BE-346F-183B-1130-7CF88FD47071}"/>
              </a:ext>
            </a:extLst>
          </p:cNvPr>
          <p:cNvSpPr txBox="1"/>
          <p:nvPr/>
        </p:nvSpPr>
        <p:spPr>
          <a:xfrm>
            <a:off x="375970" y="2507937"/>
            <a:ext cx="439955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/>
              <a:t>Inhalt: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/>
              <a:t>6 Cosmetics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/>
              <a:t>Button / Background Designs</a:t>
            </a:r>
          </a:p>
          <a:p>
            <a:pPr lvl="1"/>
            <a:endParaRPr lang="de-AT" dirty="0"/>
          </a:p>
          <a:p>
            <a:r>
              <a:rPr lang="de-AT" sz="2400" dirty="0"/>
              <a:t>Shop: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/>
              <a:t>3 Button Designs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/>
              <a:t>3 Background Designs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/>
              <a:t>Coins</a:t>
            </a:r>
          </a:p>
          <a:p>
            <a:pPr lvl="1"/>
            <a:endParaRPr lang="de-AT" sz="18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A6DF6BA-033D-B030-ABE9-3C9AC5E2E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0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0119-C899-4D94-9AC8-18E0323A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620DA9D-4017-7D47-F6A4-7F497CA79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507937"/>
            <a:ext cx="6483096" cy="364568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1E1027E-03FD-BC0E-E65B-BB9CE7D6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71" y="723473"/>
            <a:ext cx="5482753" cy="1080938"/>
          </a:xfrm>
        </p:spPr>
        <p:txBody>
          <a:bodyPr>
            <a:noAutofit/>
          </a:bodyPr>
          <a:lstStyle/>
          <a:p>
            <a:r>
              <a:rPr lang="de-AT" sz="5400" dirty="0"/>
              <a:t>Achievements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EF1D5F4-C0F7-89A9-0096-EE36B745472E}"/>
              </a:ext>
            </a:extLst>
          </p:cNvPr>
          <p:cNvCxnSpPr>
            <a:cxnSpLocks/>
          </p:cNvCxnSpPr>
          <p:nvPr/>
        </p:nvCxnSpPr>
        <p:spPr>
          <a:xfrm>
            <a:off x="1773936" y="3314351"/>
            <a:ext cx="3630168" cy="10164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BBC87C1-2A4B-F7C7-9E0F-8194CC5355C9}"/>
              </a:ext>
            </a:extLst>
          </p:cNvPr>
          <p:cNvCxnSpPr>
            <a:cxnSpLocks/>
          </p:cNvCxnSpPr>
          <p:nvPr/>
        </p:nvCxnSpPr>
        <p:spPr>
          <a:xfrm>
            <a:off x="2937047" y="3089974"/>
            <a:ext cx="2467057" cy="448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D69FEE75-F4A1-A480-9C9B-8E520472392B}"/>
              </a:ext>
            </a:extLst>
          </p:cNvPr>
          <p:cNvSpPr txBox="1"/>
          <p:nvPr/>
        </p:nvSpPr>
        <p:spPr>
          <a:xfrm>
            <a:off x="375970" y="2507937"/>
            <a:ext cx="43995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/>
              <a:t>Achievements: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/>
              <a:t>6 Achievements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/>
              <a:t>Hint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dirty="0" err="1"/>
              <a:t>Unlocked</a:t>
            </a:r>
            <a:endParaRPr lang="de-AT" dirty="0"/>
          </a:p>
          <a:p>
            <a:pPr lvl="1"/>
            <a:endParaRPr lang="de-AT" sz="1800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5506B65-64F5-0DC5-70FF-9D09C0032279}"/>
              </a:ext>
            </a:extLst>
          </p:cNvPr>
          <p:cNvCxnSpPr>
            <a:cxnSpLocks/>
          </p:cNvCxnSpPr>
          <p:nvPr/>
        </p:nvCxnSpPr>
        <p:spPr>
          <a:xfrm>
            <a:off x="2267712" y="3730752"/>
            <a:ext cx="5724144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81A1B769-4908-B422-EF3C-6F9A9CDCB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27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29C38-322C-0618-6BCA-0FFBD729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Must haves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A35286-7001-3D9B-9749-24601CBD0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6906" y="2108273"/>
            <a:ext cx="11464262" cy="4749727"/>
          </a:xfrm>
        </p:spPr>
        <p:txBody>
          <a:bodyPr>
            <a:normAutofit fontScale="77500" lnSpcReduction="20000"/>
          </a:bodyPr>
          <a:lstStyle/>
          <a:p>
            <a:r>
              <a:rPr lang="de-AT" sz="2000" dirty="0"/>
              <a:t>Login via E-Mail</a:t>
            </a:r>
          </a:p>
          <a:p>
            <a:r>
              <a:rPr lang="de-AT" sz="2000" dirty="0"/>
              <a:t>Quiz-App mit mind. 5 verschiedenen Quiz (Geschichte, NSCS, POS, Englisch, CABS)</a:t>
            </a:r>
          </a:p>
          <a:p>
            <a:pPr lvl="1"/>
            <a:r>
              <a:rPr lang="de-AT" sz="1400" dirty="0"/>
              <a:t>Jedes Quiz enthält 50 Fragen</a:t>
            </a:r>
          </a:p>
          <a:p>
            <a:pPr lvl="1"/>
            <a:r>
              <a:rPr lang="de-AT" sz="1600" dirty="0"/>
              <a:t>20 Fragen werden zufällig ausgewählt </a:t>
            </a:r>
          </a:p>
          <a:p>
            <a:pPr lvl="1"/>
            <a:r>
              <a:rPr lang="de-AT" sz="1600" dirty="0"/>
              <a:t>Fragetypen: </a:t>
            </a:r>
          </a:p>
          <a:p>
            <a:pPr lvl="2"/>
            <a:r>
              <a:rPr lang="de-AT" sz="1400" dirty="0"/>
              <a:t>Multiple Choice </a:t>
            </a:r>
          </a:p>
          <a:p>
            <a:pPr lvl="2"/>
            <a:r>
              <a:rPr lang="de-AT" sz="1400" dirty="0"/>
              <a:t>Richtig/Falsch </a:t>
            </a:r>
          </a:p>
          <a:p>
            <a:pPr lvl="2"/>
            <a:r>
              <a:rPr lang="de-AT" sz="1400" dirty="0"/>
              <a:t>Textbox-Fragen (teilweise KI-bewertet) </a:t>
            </a:r>
          </a:p>
          <a:p>
            <a:r>
              <a:rPr lang="de-AT" sz="2000" dirty="0"/>
              <a:t>Fortschritts-Checker (Anzeige in %, wie viel man geschafft hat)</a:t>
            </a:r>
          </a:p>
          <a:p>
            <a:r>
              <a:rPr lang="de-AT" sz="2000" dirty="0"/>
              <a:t>Achievements (6 Stück), mit denen man Coins verdienen kann </a:t>
            </a:r>
          </a:p>
          <a:p>
            <a:r>
              <a:rPr lang="de-AT" sz="2000" dirty="0"/>
              <a:t>Shop-System: </a:t>
            </a:r>
          </a:p>
          <a:p>
            <a:pPr lvl="1"/>
            <a:r>
              <a:rPr lang="de-AT" sz="1600" dirty="0"/>
              <a:t>Coins können für Anpassungen genutzt werden</a:t>
            </a:r>
          </a:p>
          <a:p>
            <a:pPr lvl="1"/>
            <a:r>
              <a:rPr lang="de-AT" sz="1800" dirty="0"/>
              <a:t>2 Button-Skins</a:t>
            </a:r>
          </a:p>
          <a:p>
            <a:pPr lvl="1"/>
            <a:r>
              <a:rPr lang="de-AT" sz="1800" dirty="0"/>
              <a:t>2 Background-Skins</a:t>
            </a:r>
          </a:p>
          <a:p>
            <a:r>
              <a:rPr lang="de-AT" sz="2200" dirty="0"/>
              <a:t> Speichern und Laden: </a:t>
            </a:r>
          </a:p>
          <a:p>
            <a:pPr lvl="1"/>
            <a:r>
              <a:rPr lang="de-AT" sz="1800" dirty="0"/>
              <a:t>User-Daten</a:t>
            </a:r>
          </a:p>
          <a:p>
            <a:pPr lvl="1"/>
            <a:r>
              <a:rPr lang="de-AT" sz="1800" dirty="0"/>
              <a:t> Coins</a:t>
            </a:r>
          </a:p>
          <a:p>
            <a:pPr lvl="1"/>
            <a:r>
              <a:rPr lang="de-AT" sz="1800" dirty="0"/>
              <a:t> freigeschaltete Cosmetics</a:t>
            </a:r>
          </a:p>
          <a:p>
            <a:pPr lvl="1"/>
            <a:r>
              <a:rPr lang="de-AT" sz="1800" dirty="0"/>
              <a:t> Achievements</a:t>
            </a:r>
          </a:p>
          <a:p>
            <a:pPr lvl="1"/>
            <a:r>
              <a:rPr lang="de-AT" sz="1800" dirty="0"/>
              <a:t> Fortschritt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B9B56DD-5191-67BC-E65F-E6A694715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54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9CCE4-D243-34CE-C01A-DE8EBEA0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Probleme/Bugs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1B73C8F8-FF67-FA8A-CF4C-A8C79F203BB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23232502"/>
              </p:ext>
            </p:extLst>
          </p:nvPr>
        </p:nvGraphicFramePr>
        <p:xfrm>
          <a:off x="681038" y="2702899"/>
          <a:ext cx="8794557" cy="2570352"/>
        </p:xfrm>
        <a:graphic>
          <a:graphicData uri="http://schemas.openxmlformats.org/drawingml/2006/table">
            <a:tbl>
              <a:tblPr/>
              <a:tblGrid>
                <a:gridCol w="2931519">
                  <a:extLst>
                    <a:ext uri="{9D8B030D-6E8A-4147-A177-3AD203B41FA5}">
                      <a16:colId xmlns:a16="http://schemas.microsoft.com/office/drawing/2014/main" val="1200762290"/>
                    </a:ext>
                  </a:extLst>
                </a:gridCol>
                <a:gridCol w="2931519">
                  <a:extLst>
                    <a:ext uri="{9D8B030D-6E8A-4147-A177-3AD203B41FA5}">
                      <a16:colId xmlns:a16="http://schemas.microsoft.com/office/drawing/2014/main" val="1816117557"/>
                    </a:ext>
                  </a:extLst>
                </a:gridCol>
                <a:gridCol w="2931519">
                  <a:extLst>
                    <a:ext uri="{9D8B030D-6E8A-4147-A177-3AD203B41FA5}">
                      <a16:colId xmlns:a16="http://schemas.microsoft.com/office/drawing/2014/main" val="2789472776"/>
                    </a:ext>
                  </a:extLst>
                </a:gridCol>
              </a:tblGrid>
              <a:tr h="1712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400" b="0" dirty="0">
                          <a:effectLst/>
                        </a:rPr>
                        <a:t>Problem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400" b="0">
                          <a:effectLst/>
                        </a:rPr>
                        <a:t>Ursache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400" b="0">
                          <a:effectLst/>
                        </a:rPr>
                        <a:t>Lösung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03050"/>
                  </a:ext>
                </a:extLst>
              </a:tr>
              <a:tr h="30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 dirty="0">
                          <a:effectLst/>
                        </a:rPr>
                        <a:t>Quiz-Fragen wurden nicht geladen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 dirty="0">
                          <a:effectLst/>
                        </a:rPr>
                        <a:t>Fehler beim Laden der JSON-Dateien oder falscher Pfad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 dirty="0">
                          <a:effectLst/>
                        </a:rPr>
                        <a:t>Pfade angepasst und JSON überprüft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672674"/>
                  </a:ext>
                </a:extLst>
              </a:tr>
              <a:tr h="43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Shop-Items wurden nicht richtig gespeichert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Speicherlogik für Coins und Items unvollständig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Speicherfunktion erweitert und Daten persistent gespeichert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524817"/>
                  </a:ext>
                </a:extLst>
              </a:tr>
              <a:tr h="43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Merge-Konflikte in Git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Gleichzeitige Änderungen in mehreren Branches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Konflikte manuell in Visual Studio gelöst und sauber gemerged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075891"/>
                  </a:ext>
                </a:extLst>
              </a:tr>
              <a:tr h="43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UI war nicht skalierbar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Feste Größen in den Fenstern verwendet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Layouts angepasst und Resizable-Funktion implementiert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2822"/>
                  </a:ext>
                </a:extLst>
              </a:tr>
              <a:tr h="43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Achievements wurden nicht aktualisiert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>
                          <a:effectLst/>
                        </a:rPr>
                        <a:t>Logik zur Fortschrittsberechnung fehlte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0" dirty="0">
                          <a:effectLst/>
                        </a:rPr>
                        <a:t>Achievement-System überarbeitet und Update-Logik ergänzt</a:t>
                      </a:r>
                    </a:p>
                  </a:txBody>
                  <a:tcPr marL="37232" marR="37232" marT="18616" marB="186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620683"/>
                  </a:ext>
                </a:extLst>
              </a:tr>
            </a:tbl>
          </a:graphicData>
        </a:graphic>
      </p:graphicFrame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0BD493-A63E-914D-F394-ACFAD3DF24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6A1AB63-D58C-A1D7-80D5-94D2BA5B6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97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3E5DD8B-0B69-A018-77ED-E3152AD15A4B}"/>
              </a:ext>
            </a:extLst>
          </p:cNvPr>
          <p:cNvSpPr txBox="1"/>
          <p:nvPr/>
        </p:nvSpPr>
        <p:spPr>
          <a:xfrm>
            <a:off x="3191256" y="1865376"/>
            <a:ext cx="55778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600" dirty="0"/>
              <a:t>Demo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46E063-5584-7D69-76A6-263B0F517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53" y="651593"/>
            <a:ext cx="1284208" cy="1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17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8D7FA8-1A74-E617-95A0-A365420D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Extra Zeit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4BC2A4-05C8-A069-0935-118F642AE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Mehr </a:t>
            </a:r>
            <a:r>
              <a:rPr lang="de-AT" dirty="0" err="1"/>
              <a:t>Quizzes</a:t>
            </a:r>
            <a:endParaRPr lang="de-AT" dirty="0"/>
          </a:p>
          <a:p>
            <a:r>
              <a:rPr lang="de-AT" dirty="0"/>
              <a:t>Eigener Quiz</a:t>
            </a:r>
          </a:p>
          <a:p>
            <a:r>
              <a:rPr lang="de-AT" dirty="0"/>
              <a:t>Erweiterter Shop</a:t>
            </a:r>
          </a:p>
          <a:p>
            <a:r>
              <a:rPr lang="de-AT" dirty="0"/>
              <a:t>Mehr Achievements</a:t>
            </a:r>
          </a:p>
        </p:txBody>
      </p:sp>
    </p:spTree>
    <p:extLst>
      <p:ext uri="{BB962C8B-B14F-4D97-AF65-F5344CB8AC3E}">
        <p14:creationId xmlns:p14="http://schemas.microsoft.com/office/powerpoint/2010/main" val="730541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30B9F9-A484-03A1-BAB8-AA2CCDAFA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DANKE FÜR ZUHÖREN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CBAE437-6431-D1B2-0A9F-B5314E7AC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7C1BB5F-07EC-9805-712C-FE49A17D51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539" y="2670480"/>
            <a:ext cx="3068359" cy="306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02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313</Words>
  <Application>Microsoft Office PowerPoint</Application>
  <PresentationFormat>Breitbild</PresentationFormat>
  <Paragraphs>121</Paragraphs>
  <Slides>15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Arial</vt:lpstr>
      <vt:lpstr>Trebuchet MS</vt:lpstr>
      <vt:lpstr>Berlin</vt:lpstr>
      <vt:lpstr>Lernix</vt:lpstr>
      <vt:lpstr>Inhalt</vt:lpstr>
      <vt:lpstr>Idee</vt:lpstr>
      <vt:lpstr>Constribution</vt:lpstr>
      <vt:lpstr>Login</vt:lpstr>
      <vt:lpstr>Homepage</vt:lpstr>
      <vt:lpstr>Quiz</vt:lpstr>
      <vt:lpstr>Fortschritt Checker</vt:lpstr>
      <vt:lpstr>Shop</vt:lpstr>
      <vt:lpstr>Achievements</vt:lpstr>
      <vt:lpstr>Must haves</vt:lpstr>
      <vt:lpstr>Probleme/Bugs</vt:lpstr>
      <vt:lpstr>PowerPoint-Präsentation</vt:lpstr>
      <vt:lpstr>Extra Zeit</vt:lpstr>
      <vt:lpstr>DANKE FÜR ZUHÖREN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Andrej Stanic</dc:creator>
  <cp:lastModifiedBy>Andrej Stanic</cp:lastModifiedBy>
  <cp:revision>73</cp:revision>
  <dcterms:created xsi:type="dcterms:W3CDTF">2025-05-25T09:02:31Z</dcterms:created>
  <dcterms:modified xsi:type="dcterms:W3CDTF">2026-06-23T10:29:40Z</dcterms:modified>
</cp:coreProperties>
</file>